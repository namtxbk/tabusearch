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74" r:id="rId5"/>
    <p:sldId id="272" r:id="rId6"/>
    <p:sldId id="273" r:id="rId7"/>
  </p:sldIdLst>
  <p:sldSz cx="9144000" cy="6858000" type="screen4x3"/>
  <p:notesSz cx="6858000" cy="9144000"/>
  <p:embeddedFontLst>
    <p:embeddedFont>
      <p:font typeface="Lato" panose="020F0502020204030203" pitchFamily="34" charset="0"/>
      <p:regular r:id="rId9"/>
      <p:bold r:id="rId10"/>
      <p:italic r:id="rId11"/>
      <p:boldItalic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hsjjoQHCo6JsN97rR0wybOOmXei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17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28" Type="http://schemas.openxmlformats.org/officeDocument/2006/relationships/presProps" Target="presProps.xml"/><Relationship Id="rId10" Type="http://schemas.openxmlformats.org/officeDocument/2006/relationships/font" Target="fonts/font2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7" name="Google Shape;5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1" name="Google Shape;6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8" name="Google Shape;6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>
          <a:extLst>
            <a:ext uri="{FF2B5EF4-FFF2-40B4-BE49-F238E27FC236}">
              <a16:creationId xmlns:a16="http://schemas.microsoft.com/office/drawing/2014/main" id="{D54D8341-98A7-5F9A-FEF6-D777C9008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4:notes">
            <a:extLst>
              <a:ext uri="{FF2B5EF4-FFF2-40B4-BE49-F238E27FC236}">
                <a16:creationId xmlns:a16="http://schemas.microsoft.com/office/drawing/2014/main" id="{48BB1D7E-9908-EE6F-6D29-CA455F215A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8" name="Google Shape;68;p4:notes">
            <a:extLst>
              <a:ext uri="{FF2B5EF4-FFF2-40B4-BE49-F238E27FC236}">
                <a16:creationId xmlns:a16="http://schemas.microsoft.com/office/drawing/2014/main" id="{54831244-5872-3EAF-0073-9FA4547CE9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969403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bd5a59fd31_0_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0" name="Google Shape;200;g3bd5a59fd31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9" name="Google Shape;20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7"/>
          <p:cNvSpPr txBox="1">
            <a:spLocks noGrp="1"/>
          </p:cNvSpPr>
          <p:nvPr>
            <p:ph type="dt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ft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sldNum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title"/>
          </p:nvPr>
        </p:nvSpPr>
        <p:spPr>
          <a:xfrm>
            <a:off x="235077" y="78613"/>
            <a:ext cx="8673846" cy="451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17"/>
          <p:cNvSpPr txBox="1">
            <a:spLocks noGrp="1"/>
          </p:cNvSpPr>
          <p:nvPr>
            <p:ph type="body" idx="1"/>
          </p:nvPr>
        </p:nvSpPr>
        <p:spPr>
          <a:xfrm>
            <a:off x="235077" y="841247"/>
            <a:ext cx="8674100" cy="5303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ntent with Caption">
  <p:cSld name="1_Content with Capti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8"/>
          <p:cNvSpPr txBox="1">
            <a:spLocks noGrp="1"/>
          </p:cNvSpPr>
          <p:nvPr>
            <p:ph type="dt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1" i="0" u="none" strike="noStrike" cap="none">
                <a:solidFill>
                  <a:srgbClr val="F2F2F2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ft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sldNum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wo Content">
  <p:cSld name="2_Two Conten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9"/>
          <p:cNvSpPr txBox="1">
            <a:spLocks noGrp="1"/>
          </p:cNvSpPr>
          <p:nvPr>
            <p:ph type="dt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19"/>
          <p:cNvSpPr txBox="1">
            <a:spLocks noGrp="1"/>
          </p:cNvSpPr>
          <p:nvPr>
            <p:ph type="ft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sldNum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body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body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title"/>
          </p:nvPr>
        </p:nvSpPr>
        <p:spPr>
          <a:xfrm>
            <a:off x="235077" y="78613"/>
            <a:ext cx="8673846" cy="451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>
  <p:cSld name="2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>
            <a:spLocks noGrp="1"/>
          </p:cNvSpPr>
          <p:nvPr>
            <p:ph type="title"/>
          </p:nvPr>
        </p:nvSpPr>
        <p:spPr>
          <a:xfrm>
            <a:off x="235077" y="78613"/>
            <a:ext cx="8673846" cy="451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body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body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dt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1" i="0" u="none" strike="noStrike" cap="none">
                <a:solidFill>
                  <a:srgbClr val="1F3864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ft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1" i="0" u="none" strike="noStrike" cap="none">
                <a:solidFill>
                  <a:srgbClr val="1F3864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sldNum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1F3864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1F3864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1F3864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1F3864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1F3864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1F3864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1F3864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1F3864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1F3864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omparison">
  <p:cSld name="2_Comparis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1"/>
          <p:cNvSpPr txBox="1">
            <a:spLocks noGrp="1"/>
          </p:cNvSpPr>
          <p:nvPr>
            <p:ph type="dt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ft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sldNum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title"/>
          </p:nvPr>
        </p:nvSpPr>
        <p:spPr>
          <a:xfrm>
            <a:off x="235077" y="78613"/>
            <a:ext cx="8673846" cy="451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body" idx="1"/>
          </p:nvPr>
        </p:nvSpPr>
        <p:spPr>
          <a:xfrm>
            <a:off x="234950" y="1227550"/>
            <a:ext cx="8674100" cy="4868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">
  <p:cSld name="3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2"/>
          <p:cNvSpPr txBox="1">
            <a:spLocks noGrp="1"/>
          </p:cNvSpPr>
          <p:nvPr>
            <p:ph type="title"/>
          </p:nvPr>
        </p:nvSpPr>
        <p:spPr>
          <a:xfrm>
            <a:off x="235077" y="78613"/>
            <a:ext cx="8673846" cy="451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4" name="Google Shape;44;p22"/>
          <p:cNvSpPr txBox="1">
            <a:spLocks noGrp="1"/>
          </p:cNvSpPr>
          <p:nvPr>
            <p:ph type="body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22"/>
          <p:cNvSpPr txBox="1">
            <a:spLocks noGrp="1"/>
          </p:cNvSpPr>
          <p:nvPr>
            <p:ph type="body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22"/>
          <p:cNvSpPr txBox="1">
            <a:spLocks noGrp="1"/>
          </p:cNvSpPr>
          <p:nvPr>
            <p:ph type="dt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ft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sldNum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Comparison">
  <p:cSld name="3_Comparis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3"/>
          <p:cNvSpPr txBox="1">
            <a:spLocks noGrp="1"/>
          </p:cNvSpPr>
          <p:nvPr>
            <p:ph type="dt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23"/>
          <p:cNvSpPr txBox="1">
            <a:spLocks noGrp="1"/>
          </p:cNvSpPr>
          <p:nvPr>
            <p:ph type="ft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sldNum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title"/>
          </p:nvPr>
        </p:nvSpPr>
        <p:spPr>
          <a:xfrm>
            <a:off x="235077" y="78613"/>
            <a:ext cx="8673846" cy="451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4" name="Google Shape;54;p23"/>
          <p:cNvSpPr txBox="1">
            <a:spLocks noGrp="1"/>
          </p:cNvSpPr>
          <p:nvPr>
            <p:ph type="body" idx="1"/>
          </p:nvPr>
        </p:nvSpPr>
        <p:spPr>
          <a:xfrm>
            <a:off x="234950" y="1164920"/>
            <a:ext cx="8674100" cy="4931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1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3012" y="398419"/>
            <a:ext cx="2037225" cy="611594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3"/>
          <p:cNvSpPr txBox="1"/>
          <p:nvPr/>
        </p:nvSpPr>
        <p:spPr>
          <a:xfrm>
            <a:off x="413012" y="1635656"/>
            <a:ext cx="7231372" cy="848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lnSpc>
                <a:spcPct val="90000"/>
              </a:lnSpc>
              <a:buClr>
                <a:srgbClr val="C00000"/>
              </a:buClr>
              <a:buSzPts val="3000"/>
            </a:pPr>
            <a:r>
              <a:rPr lang="en-US" sz="39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Bài</a:t>
            </a:r>
            <a:r>
              <a:rPr lang="en-US" sz="39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9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toán</a:t>
            </a:r>
            <a:r>
              <a:rPr lang="en-US" sz="39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9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lập</a:t>
            </a:r>
            <a:r>
              <a:rPr lang="en-US" sz="39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9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lịch</a:t>
            </a:r>
            <a:r>
              <a:rPr lang="en-US" sz="39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9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và</a:t>
            </a:r>
            <a:r>
              <a:rPr lang="en-US" sz="39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9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định</a:t>
            </a:r>
            <a:r>
              <a:rPr lang="en-US" sz="39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9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tuyến</a:t>
            </a:r>
            <a:r>
              <a:rPr lang="en-US" sz="39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9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lấy</a:t>
            </a:r>
            <a:r>
              <a:rPr lang="en-US" sz="39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9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hàng</a:t>
            </a:r>
            <a:r>
              <a:rPr lang="en-US" sz="39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9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cho</a:t>
            </a:r>
            <a:r>
              <a:rPr lang="en-US" sz="39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9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hệ</a:t>
            </a:r>
            <a:r>
              <a:rPr lang="en-US" sz="39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9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thống</a:t>
            </a:r>
            <a:r>
              <a:rPr lang="en-US" sz="39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9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vận</a:t>
            </a:r>
            <a:r>
              <a:rPr lang="en-US" sz="39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9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tải</a:t>
            </a:r>
            <a:r>
              <a:rPr lang="en-US" sz="39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9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phối</a:t>
            </a:r>
            <a:r>
              <a:rPr lang="en-US" sz="39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9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hợp</a:t>
            </a:r>
            <a:endParaRPr lang="en-US" sz="3900" b="1" dirty="0">
              <a:solidFill>
                <a:srgbClr val="C00000"/>
              </a:solidFill>
              <a:latin typeface="Lato"/>
              <a:ea typeface="Lato"/>
              <a:cs typeface="Lato"/>
              <a:sym typeface="Lato"/>
            </a:endParaRPr>
          </a:p>
          <a:p>
            <a:pPr lvl="0">
              <a:lnSpc>
                <a:spcPct val="90000"/>
              </a:lnSpc>
              <a:buClr>
                <a:srgbClr val="C00000"/>
              </a:buClr>
              <a:buSzPts val="3000"/>
            </a:pPr>
            <a:r>
              <a:rPr lang="en-US" sz="39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có</a:t>
            </a:r>
            <a:r>
              <a:rPr lang="en-US" sz="39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9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cửa</a:t>
            </a:r>
            <a:r>
              <a:rPr lang="en-US" sz="39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9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sổ</a:t>
            </a:r>
            <a:r>
              <a:rPr lang="en-US" sz="39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9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thời</a:t>
            </a:r>
            <a:r>
              <a:rPr lang="en-US" sz="39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39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gian</a:t>
            </a:r>
            <a:endParaRPr sz="3900" b="1" i="0" u="none" strike="noStrike" cap="none" dirty="0">
              <a:solidFill>
                <a:srgbClr val="C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65" name="Google Shape;65;p3"/>
          <p:cNvSpPr txBox="1"/>
          <p:nvPr/>
        </p:nvSpPr>
        <p:spPr>
          <a:xfrm>
            <a:off x="413012" y="3842610"/>
            <a:ext cx="7342482" cy="848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1500"/>
              <a:buFont typeface="Lato"/>
              <a:buNone/>
            </a:pPr>
            <a:r>
              <a:rPr lang="en-US" sz="15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Sinh </a:t>
            </a:r>
            <a:r>
              <a:rPr lang="en-US" sz="15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viên</a:t>
            </a:r>
            <a:r>
              <a:rPr lang="en-US" sz="15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thực</a:t>
            </a:r>
            <a:r>
              <a:rPr lang="en-US" sz="15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hiện</a:t>
            </a:r>
            <a:r>
              <a:rPr lang="en-US" sz="15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: </a:t>
            </a:r>
            <a:r>
              <a:rPr lang="en-US" sz="1500" b="1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Trần</a:t>
            </a:r>
            <a:r>
              <a:rPr lang="en-US" sz="1500" b="1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Xuân Nam -20251177M</a:t>
            </a:r>
            <a:endParaRPr sz="1500" b="0" i="0" u="none" strike="noStrike" cap="none" dirty="0">
              <a:solidFill>
                <a:srgbClr val="C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1500"/>
              <a:buFont typeface="Lato"/>
              <a:buNone/>
            </a:pPr>
            <a:endParaRPr sz="1500" b="0" i="0" u="none" strike="noStrike" cap="none" dirty="0">
              <a:solidFill>
                <a:srgbClr val="C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1500"/>
              <a:buFont typeface="Lato"/>
              <a:buNone/>
            </a:pPr>
            <a:r>
              <a:rPr lang="en-US" sz="1500" b="1" i="0" u="none" strike="noStrike" cap="none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Giảng</a:t>
            </a:r>
            <a:r>
              <a:rPr lang="en-US" sz="1500" b="1" i="0" u="none" strike="noStrike" cap="none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1" i="0" u="none" strike="noStrike" cap="none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viên</a:t>
            </a:r>
            <a:r>
              <a:rPr lang="en-US" sz="1500" b="1" i="0" u="none" strike="noStrike" cap="none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1" i="0" u="none" strike="noStrike" cap="none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hướng</a:t>
            </a:r>
            <a:r>
              <a:rPr lang="en-US" sz="1500" b="1" i="0" u="none" strike="noStrike" cap="none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1" i="0" u="none" strike="noStrike" cap="none" dirty="0" err="1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dẫn</a:t>
            </a:r>
            <a:r>
              <a:rPr lang="en-US" sz="1500" b="1" i="0" u="none" strike="noStrike" cap="none" dirty="0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: TS. Nguyễn Khánh Phương</a:t>
            </a:r>
            <a:endParaRPr sz="1500" b="0" i="0" u="none" strike="noStrike" cap="none" dirty="0">
              <a:solidFill>
                <a:srgbClr val="C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2800"/>
              <a:buFont typeface="Lato"/>
              <a:buNone/>
            </a:pPr>
            <a:endParaRPr sz="2800" b="1" i="0" u="none" strike="noStrike" cap="none" dirty="0">
              <a:solidFill>
                <a:srgbClr val="C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2800"/>
              <a:buFont typeface="Lato"/>
              <a:buNone/>
            </a:pPr>
            <a:endParaRPr sz="2800" b="1" i="0" u="none" strike="noStrike" cap="none" dirty="0">
              <a:solidFill>
                <a:srgbClr val="C00000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 txBox="1">
            <a:spLocks noGrp="1"/>
          </p:cNvSpPr>
          <p:nvPr>
            <p:ph type="sldNum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71" name="Google Shape;71;p4"/>
          <p:cNvSpPr txBox="1">
            <a:spLocks noGrp="1"/>
          </p:cNvSpPr>
          <p:nvPr>
            <p:ph type="title"/>
          </p:nvPr>
        </p:nvSpPr>
        <p:spPr>
          <a:xfrm>
            <a:off x="235077" y="78613"/>
            <a:ext cx="8673846" cy="451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/>
              <a:buNone/>
            </a:pPr>
            <a:r>
              <a:rPr lang="en-US"/>
              <a:t>Bài toán</a:t>
            </a: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078FAC-7E33-B63E-A1A1-35CC697BF94E}"/>
              </a:ext>
            </a:extLst>
          </p:cNvPr>
          <p:cNvSpPr txBox="1"/>
          <p:nvPr/>
        </p:nvSpPr>
        <p:spPr>
          <a:xfrm>
            <a:off x="164592" y="1024128"/>
            <a:ext cx="8357616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Input:</a:t>
            </a:r>
            <a:r>
              <a:rPr lang="en-US" sz="1600" dirty="0"/>
              <a:t> </a:t>
            </a:r>
            <a:r>
              <a:rPr lang="en-US" sz="1600" dirty="0" err="1"/>
              <a:t>Hệ</a:t>
            </a:r>
            <a:r>
              <a:rPr lang="en-US" sz="1600" dirty="0"/>
              <a:t> </a:t>
            </a:r>
            <a:r>
              <a:rPr lang="en-US" sz="1600" dirty="0" err="1"/>
              <a:t>thống</a:t>
            </a:r>
            <a:r>
              <a:rPr lang="en-US" sz="1600" dirty="0"/>
              <a:t> </a:t>
            </a:r>
            <a:r>
              <a:rPr lang="en-US" sz="1600" dirty="0" err="1"/>
              <a:t>lấy</a:t>
            </a:r>
            <a:r>
              <a:rPr lang="en-US" sz="1600" dirty="0"/>
              <a:t> </a:t>
            </a:r>
            <a:r>
              <a:rPr lang="en-US" sz="1600" dirty="0" err="1"/>
              <a:t>hàng</a:t>
            </a:r>
            <a:r>
              <a:rPr lang="en-US" sz="1600" dirty="0"/>
              <a:t> </a:t>
            </a:r>
            <a:r>
              <a:rPr lang="en-US" sz="1600" dirty="0" err="1"/>
              <a:t>gồm</a:t>
            </a:r>
            <a:r>
              <a:rPr lang="en-US" sz="1600" dirty="0"/>
              <a:t>: 1 </a:t>
            </a:r>
            <a:r>
              <a:rPr lang="en-US" sz="1600" dirty="0" err="1"/>
              <a:t>tập</a:t>
            </a:r>
            <a:r>
              <a:rPr lang="en-US" sz="1600" dirty="0"/>
              <a:t> </a:t>
            </a:r>
            <a:r>
              <a:rPr lang="en-US" sz="1600" dirty="0" err="1"/>
              <a:t>gồm</a:t>
            </a:r>
            <a:r>
              <a:rPr lang="en-US" sz="1600" dirty="0"/>
              <a:t> K truck </a:t>
            </a:r>
            <a:r>
              <a:rPr lang="en-US" sz="1600" dirty="0" err="1"/>
              <a:t>giống</a:t>
            </a:r>
            <a:r>
              <a:rPr lang="en-US" sz="1600" dirty="0"/>
              <a:t> </a:t>
            </a:r>
            <a:r>
              <a:rPr lang="en-US" sz="1600" dirty="0" err="1"/>
              <a:t>nhau</a:t>
            </a:r>
            <a:r>
              <a:rPr lang="en-US" sz="1600" dirty="0"/>
              <a:t>, D drone </a:t>
            </a:r>
            <a:r>
              <a:rPr lang="en-US" sz="1600" dirty="0" err="1"/>
              <a:t>giống</a:t>
            </a:r>
            <a:r>
              <a:rPr lang="en-US" sz="1600" dirty="0"/>
              <a:t> </a:t>
            </a:r>
            <a:r>
              <a:rPr lang="en-US" sz="1600" dirty="0" err="1"/>
              <a:t>nhau</a:t>
            </a:r>
            <a:r>
              <a:rPr lang="en-US" sz="1600" dirty="0"/>
              <a:t> </a:t>
            </a:r>
            <a:r>
              <a:rPr lang="en-US" sz="1600" dirty="0" err="1"/>
              <a:t>cùng</a:t>
            </a:r>
            <a:r>
              <a:rPr lang="en-US" sz="1600" dirty="0"/>
              <a:t> </a:t>
            </a:r>
            <a:r>
              <a:rPr lang="en-US" sz="1600" dirty="0" err="1"/>
              <a:t>xuất</a:t>
            </a:r>
            <a:r>
              <a:rPr lang="en-US" sz="1600" dirty="0"/>
              <a:t> </a:t>
            </a:r>
            <a:r>
              <a:rPr lang="en-US" sz="1600" dirty="0" err="1"/>
              <a:t>phát</a:t>
            </a:r>
            <a:r>
              <a:rPr lang="en-US" sz="1600" dirty="0"/>
              <a:t> </a:t>
            </a:r>
            <a:r>
              <a:rPr lang="en-US" sz="1600" dirty="0" err="1"/>
              <a:t>từ</a:t>
            </a:r>
            <a:r>
              <a:rPr lang="en-US" sz="1600" dirty="0"/>
              <a:t> Depot 0 </a:t>
            </a:r>
            <a:r>
              <a:rPr lang="en-US" sz="1600" dirty="0" err="1"/>
              <a:t>đi</a:t>
            </a:r>
            <a:r>
              <a:rPr lang="en-US" sz="1600" dirty="0"/>
              <a:t> </a:t>
            </a:r>
            <a:r>
              <a:rPr lang="en-US" sz="1600" dirty="0" err="1"/>
              <a:t>gom</a:t>
            </a:r>
            <a:r>
              <a:rPr lang="en-US" sz="1600" dirty="0"/>
              <a:t> </a:t>
            </a:r>
            <a:r>
              <a:rPr lang="en-US" sz="1600" dirty="0" err="1"/>
              <a:t>hàng</a:t>
            </a:r>
            <a:r>
              <a:rPr lang="en-US" sz="1600" dirty="0"/>
              <a:t> </a:t>
            </a:r>
            <a:r>
              <a:rPr lang="en-US" sz="1600" dirty="0" err="1"/>
              <a:t>từ</a:t>
            </a:r>
            <a:r>
              <a:rPr lang="en-US" sz="1600" dirty="0"/>
              <a:t> </a:t>
            </a:r>
            <a:r>
              <a:rPr lang="en-US" sz="1600" dirty="0" err="1"/>
              <a:t>tập</a:t>
            </a:r>
            <a:r>
              <a:rPr lang="en-US" sz="1600" dirty="0"/>
              <a:t> </a:t>
            </a:r>
            <a:r>
              <a:rPr lang="en-US" sz="1600" dirty="0" err="1"/>
              <a:t>khách</a:t>
            </a:r>
            <a:r>
              <a:rPr lang="en-US" sz="1600" dirty="0"/>
              <a:t> </a:t>
            </a:r>
            <a:r>
              <a:rPr lang="en-US" sz="1600" dirty="0" err="1"/>
              <a:t>hàng</a:t>
            </a:r>
            <a:r>
              <a:rPr lang="en-US" sz="1600" dirty="0"/>
              <a:t> C. Trong </a:t>
            </a:r>
            <a:r>
              <a:rPr lang="en-US" sz="1600" dirty="0" err="1"/>
              <a:t>đó</a:t>
            </a:r>
            <a:r>
              <a:rPr lang="en-US" sz="1600" dirty="0"/>
              <a:t>, </a:t>
            </a:r>
            <a:r>
              <a:rPr lang="en-US" sz="1600" dirty="0" err="1"/>
              <a:t>tập</a:t>
            </a:r>
            <a:r>
              <a:rPr lang="en-US" sz="1600" dirty="0"/>
              <a:t> </a:t>
            </a:r>
            <a:r>
              <a:rPr lang="en-US" sz="1600" dirty="0" err="1"/>
              <a:t>khách</a:t>
            </a:r>
            <a:r>
              <a:rPr lang="en-US" sz="1600" dirty="0"/>
              <a:t> </a:t>
            </a:r>
            <a:r>
              <a:rPr lang="en-US" sz="1600" dirty="0" err="1"/>
              <a:t>hàng</a:t>
            </a:r>
            <a:r>
              <a:rPr lang="en-US" sz="1600" dirty="0"/>
              <a:t> C </a:t>
            </a:r>
            <a:r>
              <a:rPr lang="en-US" sz="1600" dirty="0" err="1"/>
              <a:t>được</a:t>
            </a:r>
            <a:r>
              <a:rPr lang="en-US" sz="1600" dirty="0"/>
              <a:t> chia </a:t>
            </a:r>
            <a:r>
              <a:rPr lang="en-US" sz="1600" dirty="0" err="1"/>
              <a:t>làm</a:t>
            </a:r>
            <a:r>
              <a:rPr lang="en-US" sz="1600" dirty="0"/>
              <a:t> 2 </a:t>
            </a:r>
            <a:r>
              <a:rPr lang="en-US" sz="1600" dirty="0" err="1"/>
              <a:t>loại</a:t>
            </a:r>
            <a:r>
              <a:rPr lang="en-US" sz="1600" dirty="0"/>
              <a:t>:</a:t>
            </a:r>
          </a:p>
          <a:p>
            <a:endParaRPr lang="en-US" sz="16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600" dirty="0"/>
              <a:t>C1 – </a:t>
            </a:r>
            <a:r>
              <a:rPr lang="en-US" sz="1600" dirty="0" err="1"/>
              <a:t>tập</a:t>
            </a:r>
            <a:r>
              <a:rPr lang="en-US" sz="1600" dirty="0"/>
              <a:t> </a:t>
            </a:r>
            <a:r>
              <a:rPr lang="en-US" sz="1600" dirty="0" err="1"/>
              <a:t>khách</a:t>
            </a:r>
            <a:r>
              <a:rPr lang="en-US" sz="1600" dirty="0"/>
              <a:t> </a:t>
            </a:r>
            <a:r>
              <a:rPr lang="en-US" sz="1600" dirty="0" err="1"/>
              <a:t>hàng</a:t>
            </a:r>
            <a:r>
              <a:rPr lang="en-US" sz="1600" dirty="0"/>
              <a:t> </a:t>
            </a:r>
            <a:r>
              <a:rPr lang="en-US" sz="1600" dirty="0" err="1"/>
              <a:t>bắt</a:t>
            </a:r>
            <a:r>
              <a:rPr lang="en-US" sz="1600" dirty="0"/>
              <a:t> </a:t>
            </a:r>
            <a:r>
              <a:rPr lang="en-US" sz="1600" dirty="0" err="1"/>
              <a:t>buộc</a:t>
            </a:r>
            <a:r>
              <a:rPr lang="en-US" sz="1600" dirty="0"/>
              <a:t> </a:t>
            </a:r>
            <a:r>
              <a:rPr lang="en-US" sz="1600" dirty="0" err="1"/>
              <a:t>phải</a:t>
            </a:r>
            <a:r>
              <a:rPr lang="en-US" sz="1600" dirty="0"/>
              <a:t> </a:t>
            </a:r>
            <a:r>
              <a:rPr lang="en-US" sz="1600" dirty="0" err="1"/>
              <a:t>phục</a:t>
            </a:r>
            <a:r>
              <a:rPr lang="en-US" sz="1600" dirty="0"/>
              <a:t> </a:t>
            </a:r>
            <a:r>
              <a:rPr lang="en-US" sz="1600" dirty="0" err="1"/>
              <a:t>vụ</a:t>
            </a:r>
            <a:r>
              <a:rPr lang="en-US" sz="1600" dirty="0"/>
              <a:t> </a:t>
            </a:r>
            <a:r>
              <a:rPr lang="en-US" sz="1600" dirty="0" err="1"/>
              <a:t>xe</a:t>
            </a:r>
            <a:r>
              <a:rPr lang="en-US" sz="1600" dirty="0"/>
              <a:t> </a:t>
            </a:r>
            <a:r>
              <a:rPr lang="en-US" sz="1600" dirty="0" err="1"/>
              <a:t>tải</a:t>
            </a:r>
            <a:r>
              <a:rPr lang="en-US" sz="1600" dirty="0"/>
              <a:t> (do </a:t>
            </a:r>
            <a:r>
              <a:rPr lang="en-US" sz="1600" dirty="0" err="1"/>
              <a:t>khối</a:t>
            </a:r>
            <a:r>
              <a:rPr lang="en-US" sz="1600" dirty="0"/>
              <a:t> </a:t>
            </a:r>
            <a:r>
              <a:rPr lang="en-US" sz="1600" dirty="0" err="1"/>
              <a:t>lượng</a:t>
            </a:r>
            <a:r>
              <a:rPr lang="en-US" sz="1600" dirty="0"/>
              <a:t> </a:t>
            </a:r>
            <a:r>
              <a:rPr lang="en-US" sz="1600" dirty="0" err="1"/>
              <a:t>hàng</a:t>
            </a:r>
            <a:r>
              <a:rPr lang="en-US" sz="1600" dirty="0"/>
              <a:t> </a:t>
            </a:r>
            <a:r>
              <a:rPr lang="en-US" sz="1600" dirty="0" err="1"/>
              <a:t>cần</a:t>
            </a:r>
            <a:r>
              <a:rPr lang="en-US" sz="1600" dirty="0"/>
              <a:t> </a:t>
            </a:r>
            <a:r>
              <a:rPr lang="en-US" sz="1600" dirty="0" err="1"/>
              <a:t>lấy</a:t>
            </a:r>
            <a:r>
              <a:rPr lang="en-US" sz="1600" dirty="0"/>
              <a:t> </a:t>
            </a:r>
            <a:r>
              <a:rPr lang="en-US" sz="1600" dirty="0" err="1"/>
              <a:t>từ</a:t>
            </a:r>
            <a:r>
              <a:rPr lang="en-US" sz="1600" dirty="0"/>
              <a:t> </a:t>
            </a:r>
            <a:r>
              <a:rPr lang="en-US" sz="1600" dirty="0" err="1"/>
              <a:t>khách</a:t>
            </a:r>
            <a:r>
              <a:rPr lang="en-US" sz="1600" dirty="0"/>
              <a:t> </a:t>
            </a:r>
            <a:r>
              <a:rPr lang="en-US" sz="1600" dirty="0" err="1"/>
              <a:t>quá</a:t>
            </a:r>
            <a:r>
              <a:rPr lang="en-US" sz="1600" dirty="0"/>
              <a:t> </a:t>
            </a:r>
            <a:r>
              <a:rPr lang="en-US" sz="1600" dirty="0" err="1"/>
              <a:t>lớn</a:t>
            </a:r>
            <a:r>
              <a:rPr lang="en-US" sz="1600" dirty="0"/>
              <a:t> </a:t>
            </a:r>
            <a:r>
              <a:rPr lang="en-US" sz="1600" dirty="0" err="1"/>
              <a:t>hoặc</a:t>
            </a:r>
            <a:r>
              <a:rPr lang="en-US" sz="1600" dirty="0"/>
              <a:t> </a:t>
            </a:r>
            <a:r>
              <a:rPr lang="en-US" sz="1600" dirty="0" err="1"/>
              <a:t>nằm</a:t>
            </a:r>
            <a:r>
              <a:rPr lang="en-US" sz="1600" dirty="0"/>
              <a:t> </a:t>
            </a:r>
            <a:r>
              <a:rPr lang="en-US" sz="1600" dirty="0" err="1"/>
              <a:t>ngoài</a:t>
            </a:r>
            <a:r>
              <a:rPr lang="en-US" sz="1600" dirty="0"/>
              <a:t> </a:t>
            </a:r>
            <a:r>
              <a:rPr lang="en-US" sz="1600" dirty="0" err="1"/>
              <a:t>khả</a:t>
            </a:r>
            <a:r>
              <a:rPr lang="en-US" sz="1600" dirty="0"/>
              <a:t> </a:t>
            </a:r>
            <a:r>
              <a:rPr lang="en-US" sz="1600" dirty="0" err="1"/>
              <a:t>năng</a:t>
            </a:r>
            <a:r>
              <a:rPr lang="en-US" sz="1600" dirty="0"/>
              <a:t> bay </a:t>
            </a:r>
            <a:r>
              <a:rPr lang="en-US" sz="1600" dirty="0" err="1"/>
              <a:t>của</a:t>
            </a:r>
            <a:r>
              <a:rPr lang="en-US" sz="1600" dirty="0"/>
              <a:t> drone);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600" dirty="0"/>
              <a:t>C2- </a:t>
            </a:r>
            <a:r>
              <a:rPr lang="en-US" sz="1600" dirty="0" err="1"/>
              <a:t>tập</a:t>
            </a:r>
            <a:r>
              <a:rPr lang="en-US" sz="1600" dirty="0"/>
              <a:t> </a:t>
            </a:r>
            <a:r>
              <a:rPr lang="en-US" sz="1600" dirty="0" err="1"/>
              <a:t>khách</a:t>
            </a:r>
            <a:r>
              <a:rPr lang="en-US" sz="1600" dirty="0"/>
              <a:t> </a:t>
            </a:r>
            <a:r>
              <a:rPr lang="en-US" sz="1600" dirty="0" err="1"/>
              <a:t>hàng</a:t>
            </a:r>
            <a:r>
              <a:rPr lang="en-US" sz="1600" dirty="0"/>
              <a:t> </a:t>
            </a:r>
            <a:r>
              <a:rPr lang="en-US" sz="1600" dirty="0" err="1"/>
              <a:t>có</a:t>
            </a:r>
            <a:r>
              <a:rPr lang="en-US" sz="1600" dirty="0"/>
              <a:t> </a:t>
            </a:r>
            <a:r>
              <a:rPr lang="en-US" sz="1600" dirty="0" err="1"/>
              <a:t>thể</a:t>
            </a:r>
            <a:r>
              <a:rPr lang="en-US" sz="1600" dirty="0"/>
              <a:t> </a:t>
            </a:r>
            <a:r>
              <a:rPr lang="en-US" sz="1600" dirty="0" err="1"/>
              <a:t>phục</a:t>
            </a:r>
            <a:r>
              <a:rPr lang="en-US" sz="1600" dirty="0"/>
              <a:t> </a:t>
            </a:r>
            <a:r>
              <a:rPr lang="en-US" sz="1600" dirty="0" err="1"/>
              <a:t>vụ</a:t>
            </a:r>
            <a:r>
              <a:rPr lang="en-US" sz="1600" dirty="0"/>
              <a:t> </a:t>
            </a:r>
            <a:r>
              <a:rPr lang="en-US" sz="1600" dirty="0" err="1"/>
              <a:t>bởi</a:t>
            </a:r>
            <a:r>
              <a:rPr lang="en-US" sz="1600" dirty="0"/>
              <a:t> </a:t>
            </a:r>
            <a:r>
              <a:rPr lang="en-US" sz="1600" dirty="0" err="1"/>
              <a:t>cả</a:t>
            </a:r>
            <a:r>
              <a:rPr lang="en-US" sz="1600" dirty="0"/>
              <a:t> drone </a:t>
            </a:r>
            <a:r>
              <a:rPr lang="en-US" sz="1600" dirty="0" err="1"/>
              <a:t>hoặc</a:t>
            </a:r>
            <a:r>
              <a:rPr lang="en-US" sz="1600" dirty="0"/>
              <a:t> truck.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999027-5FEC-898B-2377-24434C70CA6A}"/>
              </a:ext>
            </a:extLst>
          </p:cNvPr>
          <p:cNvSpPr txBox="1"/>
          <p:nvPr/>
        </p:nvSpPr>
        <p:spPr>
          <a:xfrm>
            <a:off x="235077" y="3556325"/>
            <a:ext cx="8357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Output: </a:t>
            </a:r>
            <a:r>
              <a:rPr lang="en-US" dirty="0" err="1"/>
              <a:t>Xây</a:t>
            </a:r>
            <a:r>
              <a:rPr lang="en-US" dirty="0"/>
              <a:t> </a:t>
            </a:r>
            <a:r>
              <a:rPr lang="en-US" dirty="0" err="1"/>
              <a:t>dựng</a:t>
            </a:r>
            <a:r>
              <a:rPr lang="en-US" dirty="0"/>
              <a:t> </a:t>
            </a:r>
            <a:r>
              <a:rPr lang="en-US" dirty="0" err="1"/>
              <a:t>hành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Truck,  Drone </a:t>
            </a:r>
            <a:r>
              <a:rPr lang="en-US" dirty="0" err="1"/>
              <a:t>tối</a:t>
            </a:r>
            <a:r>
              <a:rPr lang="en-US" dirty="0"/>
              <a:t> </a:t>
            </a:r>
            <a:r>
              <a:rPr lang="en-US" dirty="0" err="1"/>
              <a:t>thiểu</a:t>
            </a:r>
            <a:r>
              <a:rPr lang="en-US" dirty="0"/>
              <a:t>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 </a:t>
            </a:r>
            <a:r>
              <a:rPr lang="en-US" dirty="0" err="1"/>
              <a:t>hoàn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nhiệm</a:t>
            </a:r>
            <a:r>
              <a:rPr lang="en-US" dirty="0"/>
              <a:t> </a:t>
            </a:r>
            <a:r>
              <a:rPr lang="en-US" dirty="0" err="1"/>
              <a:t>vụ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>
          <a:extLst>
            <a:ext uri="{FF2B5EF4-FFF2-40B4-BE49-F238E27FC236}">
              <a16:creationId xmlns:a16="http://schemas.microsoft.com/office/drawing/2014/main" id="{7C57A932-7532-AB45-76C4-ED37CD633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>
            <a:extLst>
              <a:ext uri="{FF2B5EF4-FFF2-40B4-BE49-F238E27FC236}">
                <a16:creationId xmlns:a16="http://schemas.microsoft.com/office/drawing/2014/main" id="{4ADD5F26-8993-D365-9758-6C41964DA0B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71" name="Google Shape;71;p4">
            <a:extLst>
              <a:ext uri="{FF2B5EF4-FFF2-40B4-BE49-F238E27FC236}">
                <a16:creationId xmlns:a16="http://schemas.microsoft.com/office/drawing/2014/main" id="{9DB93753-0FA0-C6CE-3D7B-043C7ECB81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5077" y="78613"/>
            <a:ext cx="8673846" cy="451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/>
              <a:buNone/>
            </a:pPr>
            <a:r>
              <a:rPr lang="en-US"/>
              <a:t>Bài toán</a:t>
            </a: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056A98-E2A1-4EF5-D91F-D6D8B5EAB582}"/>
              </a:ext>
            </a:extLst>
          </p:cNvPr>
          <p:cNvSpPr txBox="1"/>
          <p:nvPr/>
        </p:nvSpPr>
        <p:spPr>
          <a:xfrm>
            <a:off x="164592" y="1024128"/>
            <a:ext cx="835761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600" b="1" dirty="0" err="1"/>
              <a:t>Đối</a:t>
            </a:r>
            <a:r>
              <a:rPr lang="en-US" sz="1600" b="1" dirty="0"/>
              <a:t> </a:t>
            </a:r>
            <a:r>
              <a:rPr lang="en-US" sz="1600" b="1" dirty="0" err="1"/>
              <a:t>với</a:t>
            </a:r>
            <a:r>
              <a:rPr lang="en-US" sz="1600" b="1" dirty="0"/>
              <a:t> </a:t>
            </a:r>
            <a:r>
              <a:rPr lang="en-US" sz="1600" b="1" dirty="0" err="1"/>
              <a:t>phương</a:t>
            </a:r>
            <a:r>
              <a:rPr lang="en-US" sz="1600" b="1" dirty="0"/>
              <a:t> </a:t>
            </a:r>
            <a:r>
              <a:rPr lang="en-US" sz="1600" b="1" dirty="0" err="1"/>
              <a:t>tiện</a:t>
            </a:r>
            <a:r>
              <a:rPr lang="en-US" sz="1600" b="1" dirty="0"/>
              <a:t> </a:t>
            </a:r>
            <a:r>
              <a:rPr lang="en-US" sz="1600" b="1" dirty="0" err="1"/>
              <a:t>vận</a:t>
            </a:r>
            <a:r>
              <a:rPr lang="en-US" sz="1600" b="1" dirty="0"/>
              <a:t> </a:t>
            </a:r>
            <a:r>
              <a:rPr lang="en-US" sz="1600" b="1" dirty="0" err="1"/>
              <a:t>chuyển</a:t>
            </a:r>
            <a:r>
              <a:rPr lang="en-US" sz="1600" b="1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Xe </a:t>
            </a:r>
            <a:r>
              <a:rPr lang="en-US" sz="1600" b="1" dirty="0" err="1"/>
              <a:t>tải</a:t>
            </a:r>
            <a:r>
              <a:rPr lang="en-US" sz="1600" dirty="0"/>
              <a:t> </a:t>
            </a:r>
            <a:r>
              <a:rPr lang="en-US" sz="1600" dirty="0" err="1"/>
              <a:t>chỉ</a:t>
            </a:r>
            <a:r>
              <a:rPr lang="en-US" sz="1600" dirty="0"/>
              <a:t> </a:t>
            </a:r>
            <a:r>
              <a:rPr lang="en-US" sz="1600" dirty="0" err="1"/>
              <a:t>chở</a:t>
            </a:r>
            <a:r>
              <a:rPr lang="en-US" sz="1600" dirty="0"/>
              <a:t> </a:t>
            </a:r>
            <a:r>
              <a:rPr lang="en-US" sz="1600" dirty="0" err="1"/>
              <a:t>được</a:t>
            </a:r>
            <a:r>
              <a:rPr lang="en-US" sz="1600" dirty="0"/>
              <a:t> </a:t>
            </a:r>
            <a:r>
              <a:rPr lang="en-US" sz="1600" dirty="0" err="1"/>
              <a:t>tải</a:t>
            </a:r>
            <a:r>
              <a:rPr lang="en-US" sz="1600" dirty="0"/>
              <a:t> </a:t>
            </a:r>
            <a:r>
              <a:rPr lang="en-US" sz="1600" dirty="0" err="1"/>
              <a:t>trọng</a:t>
            </a:r>
            <a:r>
              <a:rPr lang="en-US" sz="1600" dirty="0"/>
              <a:t> </a:t>
            </a:r>
            <a:r>
              <a:rPr lang="en-US" sz="1600" dirty="0" err="1"/>
              <a:t>tối</a:t>
            </a:r>
            <a:r>
              <a:rPr lang="en-US" sz="1600" dirty="0"/>
              <a:t> </a:t>
            </a:r>
            <a:r>
              <a:rPr lang="en-US" sz="1600" dirty="0" err="1"/>
              <a:t>đa</a:t>
            </a:r>
            <a:r>
              <a:rPr lang="en-US" sz="1600" dirty="0"/>
              <a:t> M</a:t>
            </a:r>
            <a:r>
              <a:rPr lang="en-US" sz="1600" baseline="-25000" dirty="0"/>
              <a:t>T</a:t>
            </a:r>
            <a:endParaRPr lang="en-US" sz="16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Drone</a:t>
            </a:r>
            <a:r>
              <a:rPr lang="en-US" sz="1600" dirty="0"/>
              <a:t> </a:t>
            </a:r>
            <a:r>
              <a:rPr lang="en-US" sz="1600" dirty="0" err="1"/>
              <a:t>chỉ</a:t>
            </a:r>
            <a:r>
              <a:rPr lang="en-US" sz="1600" dirty="0"/>
              <a:t> </a:t>
            </a:r>
            <a:r>
              <a:rPr lang="en-US" sz="1600" dirty="0" err="1"/>
              <a:t>chở</a:t>
            </a:r>
            <a:r>
              <a:rPr lang="en-US" sz="1600" dirty="0"/>
              <a:t> </a:t>
            </a:r>
            <a:r>
              <a:rPr lang="en-US" sz="1600" dirty="0" err="1"/>
              <a:t>được</a:t>
            </a:r>
            <a:r>
              <a:rPr lang="en-US" sz="1600" dirty="0"/>
              <a:t> </a:t>
            </a:r>
            <a:r>
              <a:rPr lang="en-US" sz="1600" dirty="0" err="1"/>
              <a:t>tải</a:t>
            </a:r>
            <a:r>
              <a:rPr lang="en-US" sz="1600" dirty="0"/>
              <a:t> </a:t>
            </a:r>
            <a:r>
              <a:rPr lang="en-US" sz="1600" dirty="0" err="1"/>
              <a:t>trọng</a:t>
            </a:r>
            <a:r>
              <a:rPr lang="en-US" sz="1600" dirty="0"/>
              <a:t> </a:t>
            </a:r>
            <a:r>
              <a:rPr lang="en-US" sz="1600" dirty="0" err="1"/>
              <a:t>tối</a:t>
            </a:r>
            <a:r>
              <a:rPr lang="en-US" sz="1600" dirty="0"/>
              <a:t> </a:t>
            </a:r>
            <a:r>
              <a:rPr lang="en-US" sz="1600" dirty="0" err="1"/>
              <a:t>đa</a:t>
            </a:r>
            <a:r>
              <a:rPr lang="en-US" sz="1600" dirty="0"/>
              <a:t> M</a:t>
            </a:r>
            <a:r>
              <a:rPr lang="en-US" sz="1600" baseline="-25000" dirty="0"/>
              <a:t>D</a:t>
            </a:r>
            <a:r>
              <a:rPr lang="en-US" sz="1600" dirty="0"/>
              <a:t> </a:t>
            </a:r>
            <a:r>
              <a:rPr lang="en-US" sz="1600" dirty="0" err="1"/>
              <a:t>và</a:t>
            </a:r>
            <a:r>
              <a:rPr lang="en-US" sz="1600" dirty="0"/>
              <a:t> </a:t>
            </a:r>
            <a:r>
              <a:rPr lang="en-US" sz="1600" dirty="0" err="1"/>
              <a:t>bán</a:t>
            </a:r>
            <a:r>
              <a:rPr lang="en-US" sz="1600" dirty="0"/>
              <a:t> </a:t>
            </a:r>
            <a:r>
              <a:rPr lang="en-US" sz="1600" dirty="0" err="1"/>
              <a:t>kính</a:t>
            </a:r>
            <a:r>
              <a:rPr lang="en-US" sz="1600" dirty="0"/>
              <a:t> bay </a:t>
            </a:r>
            <a:r>
              <a:rPr lang="en-US" sz="1600" dirty="0" err="1"/>
              <a:t>tối</a:t>
            </a:r>
            <a:r>
              <a:rPr lang="en-US" sz="1600" dirty="0"/>
              <a:t> </a:t>
            </a:r>
            <a:r>
              <a:rPr lang="en-US" sz="1600" dirty="0" err="1"/>
              <a:t>đa</a:t>
            </a:r>
            <a:r>
              <a:rPr lang="en-US" sz="1600" dirty="0"/>
              <a:t> </a:t>
            </a:r>
            <a:r>
              <a:rPr lang="en-US" sz="1600" dirty="0" err="1"/>
              <a:t>là</a:t>
            </a:r>
            <a:r>
              <a:rPr lang="en-US" sz="1600" dirty="0"/>
              <a:t> L</a:t>
            </a:r>
            <a:r>
              <a:rPr lang="en-US" sz="1600" baseline="-25000" dirty="0"/>
              <a:t>D </a:t>
            </a:r>
            <a:r>
              <a:rPr lang="en-US" sz="1600" dirty="0"/>
              <a:t>(</a:t>
            </a:r>
            <a:r>
              <a:rPr lang="en-US" sz="1600" dirty="0" err="1"/>
              <a:t>bán</a:t>
            </a:r>
            <a:r>
              <a:rPr lang="en-US" sz="1600" dirty="0"/>
              <a:t> </a:t>
            </a:r>
            <a:r>
              <a:rPr lang="en-US" sz="1600" dirty="0" err="1"/>
              <a:t>kính</a:t>
            </a:r>
            <a:r>
              <a:rPr lang="en-US" sz="1600" dirty="0"/>
              <a:t> bay </a:t>
            </a:r>
            <a:r>
              <a:rPr lang="en-US" sz="1600" dirty="0" err="1"/>
              <a:t>tối</a:t>
            </a:r>
            <a:r>
              <a:rPr lang="en-US" sz="1600" dirty="0"/>
              <a:t> </a:t>
            </a:r>
            <a:r>
              <a:rPr lang="en-US" sz="1600" dirty="0" err="1"/>
              <a:t>đa</a:t>
            </a:r>
            <a:r>
              <a:rPr lang="en-US" sz="1600" dirty="0"/>
              <a:t> </a:t>
            </a:r>
            <a:r>
              <a:rPr lang="en-US" sz="1600" dirty="0" err="1"/>
              <a:t>được</a:t>
            </a:r>
            <a:r>
              <a:rPr lang="en-US" sz="1600" dirty="0"/>
              <a:t> </a:t>
            </a:r>
            <a:r>
              <a:rPr lang="en-US" sz="1600" dirty="0" err="1"/>
              <a:t>định</a:t>
            </a:r>
            <a:r>
              <a:rPr lang="en-US" sz="1600" dirty="0"/>
              <a:t> </a:t>
            </a:r>
            <a:r>
              <a:rPr lang="en-US" sz="1600" dirty="0" err="1"/>
              <a:t>nghĩa</a:t>
            </a:r>
            <a:r>
              <a:rPr lang="en-US" sz="1600" dirty="0"/>
              <a:t> </a:t>
            </a:r>
            <a:r>
              <a:rPr lang="en-US" sz="1600" dirty="0" err="1"/>
              <a:t>là</a:t>
            </a:r>
            <a:r>
              <a:rPr lang="en-US" sz="1600" dirty="0"/>
              <a:t> </a:t>
            </a:r>
            <a:r>
              <a:rPr lang="en-US" sz="1600" dirty="0" err="1"/>
              <a:t>số</a:t>
            </a:r>
            <a:r>
              <a:rPr lang="en-US" sz="1600" dirty="0"/>
              <a:t> km </a:t>
            </a:r>
            <a:r>
              <a:rPr lang="en-US" sz="1600" dirty="0" err="1"/>
              <a:t>tối</a:t>
            </a:r>
            <a:r>
              <a:rPr lang="en-US" sz="1600" dirty="0"/>
              <a:t> </a:t>
            </a:r>
            <a:r>
              <a:rPr lang="en-US" sz="1600" dirty="0" err="1"/>
              <a:t>đa</a:t>
            </a:r>
            <a:r>
              <a:rPr lang="en-US" sz="1600" dirty="0"/>
              <a:t> </a:t>
            </a:r>
            <a:r>
              <a:rPr lang="en-US" sz="1600" dirty="0" err="1"/>
              <a:t>mà</a:t>
            </a:r>
            <a:r>
              <a:rPr lang="en-US" sz="1600" dirty="0"/>
              <a:t> drone </a:t>
            </a:r>
            <a:r>
              <a:rPr lang="en-US" sz="1600" dirty="0" err="1"/>
              <a:t>có</a:t>
            </a:r>
            <a:r>
              <a:rPr lang="en-US" sz="1600" dirty="0"/>
              <a:t> </a:t>
            </a:r>
            <a:r>
              <a:rPr lang="en-US" sz="1600" dirty="0" err="1"/>
              <a:t>thể</a:t>
            </a:r>
            <a:r>
              <a:rPr lang="en-US" sz="1600" dirty="0"/>
              <a:t> bay </a:t>
            </a:r>
            <a:r>
              <a:rPr lang="en-US" sz="1600" dirty="0" err="1"/>
              <a:t>được</a:t>
            </a:r>
            <a:r>
              <a:rPr lang="en-US" sz="1600" dirty="0"/>
              <a:t> </a:t>
            </a:r>
            <a:r>
              <a:rPr lang="en-US" sz="1600" dirty="0" err="1"/>
              <a:t>trong</a:t>
            </a:r>
            <a:r>
              <a:rPr lang="en-US" sz="1600" dirty="0"/>
              <a:t> </a:t>
            </a:r>
            <a:r>
              <a:rPr lang="en-US" sz="1600" dirty="0" err="1"/>
              <a:t>hành</a:t>
            </a:r>
            <a:r>
              <a:rPr lang="en-US" sz="1600" dirty="0"/>
              <a:t> </a:t>
            </a:r>
            <a:r>
              <a:rPr lang="en-US" sz="1600" dirty="0" err="1"/>
              <a:t>trình</a:t>
            </a:r>
            <a:r>
              <a:rPr lang="en-US" sz="1600" dirty="0"/>
              <a:t> </a:t>
            </a:r>
            <a:r>
              <a:rPr lang="en-US" sz="1600" dirty="0" err="1"/>
              <a:t>từ</a:t>
            </a:r>
            <a:r>
              <a:rPr lang="en-US" sz="1600" dirty="0"/>
              <a:t> </a:t>
            </a:r>
            <a:r>
              <a:rPr lang="en-US" sz="1600" dirty="0" err="1"/>
              <a:t>khi</a:t>
            </a:r>
            <a:r>
              <a:rPr lang="en-US" sz="1600" dirty="0"/>
              <a:t> </a:t>
            </a:r>
            <a:r>
              <a:rPr lang="en-US" sz="1600" dirty="0" err="1"/>
              <a:t>xuất</a:t>
            </a:r>
            <a:r>
              <a:rPr lang="en-US" sz="1600" dirty="0"/>
              <a:t> </a:t>
            </a:r>
            <a:r>
              <a:rPr lang="en-US" sz="1600" dirty="0" err="1"/>
              <a:t>phát</a:t>
            </a:r>
            <a:r>
              <a:rPr lang="en-US" sz="1600" dirty="0"/>
              <a:t> </a:t>
            </a:r>
            <a:r>
              <a:rPr lang="en-US" sz="1600" dirty="0" err="1"/>
              <a:t>khỏi</a:t>
            </a:r>
            <a:r>
              <a:rPr lang="en-US" sz="1600" dirty="0"/>
              <a:t> depot, </a:t>
            </a:r>
            <a:r>
              <a:rPr lang="en-US" sz="1600" dirty="0" err="1"/>
              <a:t>đi</a:t>
            </a:r>
            <a:r>
              <a:rPr lang="en-US" sz="1600" dirty="0"/>
              <a:t> </a:t>
            </a:r>
            <a:r>
              <a:rPr lang="en-US" sz="1600" dirty="0" err="1"/>
              <a:t>lấy</a:t>
            </a:r>
            <a:r>
              <a:rPr lang="en-US" sz="1600" dirty="0"/>
              <a:t> </a:t>
            </a:r>
            <a:r>
              <a:rPr lang="en-US" sz="1600" dirty="0" err="1"/>
              <a:t>hàng</a:t>
            </a:r>
            <a:r>
              <a:rPr lang="en-US" sz="1600" dirty="0"/>
              <a:t>, </a:t>
            </a:r>
            <a:r>
              <a:rPr lang="en-US" sz="1600" dirty="0" err="1"/>
              <a:t>đến</a:t>
            </a:r>
            <a:r>
              <a:rPr lang="en-US" sz="1600" dirty="0"/>
              <a:t> </a:t>
            </a:r>
            <a:r>
              <a:rPr lang="en-US" sz="1600" dirty="0" err="1"/>
              <a:t>khi</a:t>
            </a:r>
            <a:r>
              <a:rPr lang="en-US" sz="1600" dirty="0"/>
              <a:t> </a:t>
            </a:r>
            <a:r>
              <a:rPr lang="en-US" sz="1600" dirty="0" err="1"/>
              <a:t>đem</a:t>
            </a:r>
            <a:r>
              <a:rPr lang="en-US" sz="1600" dirty="0"/>
              <a:t> </a:t>
            </a:r>
            <a:r>
              <a:rPr lang="en-US" sz="1600" dirty="0" err="1"/>
              <a:t>hàng</a:t>
            </a:r>
            <a:r>
              <a:rPr lang="en-US" sz="1600" dirty="0"/>
              <a:t> </a:t>
            </a:r>
            <a:r>
              <a:rPr lang="en-US" sz="1600" dirty="0" err="1"/>
              <a:t>về</a:t>
            </a:r>
            <a:r>
              <a:rPr lang="en-US" sz="1600" dirty="0"/>
              <a:t> depot)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5777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bd5a59fd31_0_63"/>
          <p:cNvSpPr txBox="1">
            <a:spLocks noGrp="1"/>
          </p:cNvSpPr>
          <p:nvPr>
            <p:ph type="sldNum" idx="12"/>
          </p:nvPr>
        </p:nvSpPr>
        <p:spPr>
          <a:xfrm>
            <a:off x="6867383" y="6572126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203" name="Google Shape;203;g3bd5a59fd31_0_63"/>
          <p:cNvSpPr txBox="1">
            <a:spLocks noGrp="1"/>
          </p:cNvSpPr>
          <p:nvPr>
            <p:ph type="title"/>
          </p:nvPr>
        </p:nvSpPr>
        <p:spPr>
          <a:xfrm>
            <a:off x="235077" y="78613"/>
            <a:ext cx="8673900" cy="4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/>
              <a:buNone/>
            </a:pPr>
            <a:r>
              <a:rPr lang="en-US"/>
              <a:t>Kết quả</a:t>
            </a:r>
            <a:endParaRPr/>
          </a:p>
        </p:txBody>
      </p:sp>
      <p:sp>
        <p:nvSpPr>
          <p:cNvPr id="204" name="Google Shape;204;g3bd5a59fd31_0_63"/>
          <p:cNvSpPr txBox="1"/>
          <p:nvPr/>
        </p:nvSpPr>
        <p:spPr>
          <a:xfrm>
            <a:off x="235075" y="875750"/>
            <a:ext cx="5492100" cy="17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n=800</a:t>
            </a:r>
            <a:endParaRPr sz="2000" b="1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Lato"/>
              <a:buChar char="-"/>
            </a:pPr>
            <a:r>
              <a:rPr lang="en-US" sz="20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MPI: Iters=2118, Final delta: 9.52e-07, Time: </a:t>
            </a:r>
            <a:r>
              <a:rPr lang="en-US"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0.9439</a:t>
            </a:r>
            <a:r>
              <a:rPr lang="en-US" sz="20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sec</a:t>
            </a:r>
            <a:endParaRPr sz="20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Lato"/>
              <a:buChar char="-"/>
            </a:pPr>
            <a:r>
              <a:rPr lang="en-US" sz="20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Sequential: </a:t>
            </a:r>
            <a:r>
              <a:rPr lang="en-US"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IIters=2118, Final delta: 9.52e-07, Time: 1.6839sec</a:t>
            </a:r>
            <a:endParaRPr sz="20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205" name="Google Shape;205;g3bd5a59fd31_0_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9850" y="2599550"/>
            <a:ext cx="3521833" cy="3953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g3bd5a59fd31_0_6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34083" y="2751950"/>
            <a:ext cx="4657516" cy="24648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2"/>
          <p:cNvSpPr txBox="1">
            <a:spLocks noGrp="1"/>
          </p:cNvSpPr>
          <p:nvPr>
            <p:ph type="sldNum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sp>
        <p:nvSpPr>
          <p:cNvPr id="212" name="Google Shape;212;p12"/>
          <p:cNvSpPr txBox="1"/>
          <p:nvPr/>
        </p:nvSpPr>
        <p:spPr>
          <a:xfrm>
            <a:off x="4181094" y="3021991"/>
            <a:ext cx="4197975" cy="81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800"/>
              <a:buFont typeface="Lato"/>
              <a:buNone/>
            </a:pPr>
            <a:r>
              <a:rPr lang="en-US" sz="4800" b="1" i="0" u="none" strike="noStrike" cap="non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THANK YOU 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272</Words>
  <Application>Microsoft Office PowerPoint</Application>
  <PresentationFormat>On-screen Show (4:3)</PresentationFormat>
  <Paragraphs>25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Lato</vt:lpstr>
      <vt:lpstr>Calibri</vt:lpstr>
      <vt:lpstr>Office Theme</vt:lpstr>
      <vt:lpstr>PowerPoint Presentation</vt:lpstr>
      <vt:lpstr>PowerPoint Presentation</vt:lpstr>
      <vt:lpstr>Bài toán</vt:lpstr>
      <vt:lpstr>Bài toán</vt:lpstr>
      <vt:lpstr>Kết quả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Phong TT &amp; QTTH</dc:creator>
  <cp:lastModifiedBy>Tran Xuan Nam 20251177M</cp:lastModifiedBy>
  <cp:revision>1</cp:revision>
  <dcterms:created xsi:type="dcterms:W3CDTF">2021-05-28T04:32:29Z</dcterms:created>
  <dcterms:modified xsi:type="dcterms:W3CDTF">2026-05-22T15:11:37Z</dcterms:modified>
</cp:coreProperties>
</file>